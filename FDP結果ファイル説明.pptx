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FDP 結果ファイル 説明資料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FD7ED"/>
                </a:solidFill>
              </a:rPr>
              <a:t>故障検出確率 (Fault Detection Probability) 計算結果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DC3E6"/>
                </a:solidFill>
              </a:rPr>
              <a:t>― ITC'99 / ISCAS ベンチマーク回路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4B5"/>
                </a:solidFill>
              </a:rPr>
              <a:t>何のデータか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論理回路の各信号線（ネット）に対して、縮退故障（Stuck-At Fault）を仮定したときの「故障検出確率」を計算した結果</a:t>
            </a:r>
          </a:p>
          <a:p>
            <a:pPr lvl="1"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　－ 縮退故障とは：信号線が常に 0（sa0）または常に 1（sa1）に固着した故障モデル</a:t>
            </a:r>
          </a:p>
          <a:p>
            <a:pPr lvl="1"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　－ 故障検出確率（FDP）とは：ランダムな入力パターンを与えたとき、その故障が検出される確率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4B5"/>
                </a:solidFill>
              </a:rPr>
              <a:t>計算手法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SAT ソルバ（CaDiCaL）でテストキューブ（検出パターン）を列挙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列挙したキューブの和集合を BDD（Binary Decision Diagram）で表現し、厳密な確率を計算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ドントケアビットは含意操作（XID）で最大化 → 各キューブの被覆領域を拡大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計算モード: -limit 30（故障ごとのキューブ上限 30 本）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ファイル一覧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output/limit30/fdp/ フォルダに回路ごとの CSV が格納されています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56032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ファイル名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54480"/>
            <a:ext cx="22860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回路系列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554480"/>
            <a:ext cx="201168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600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故障数（行数）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554480"/>
            <a:ext cx="4114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600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01167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b05_C.csv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965960"/>
            <a:ext cx="2286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20116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ITC'99 b05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965960"/>
            <a:ext cx="20116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01167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4,498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965960"/>
            <a:ext cx="41148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0116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4231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b07_C.csv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37744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39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ITC'99 b07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23774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2,178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37744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423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88920"/>
            <a:ext cx="25603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83463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b11_C.csv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2788920"/>
            <a:ext cx="2286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39" y="2834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ITC'99 b11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2788920"/>
            <a:ext cx="20116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2834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788920"/>
            <a:ext cx="41148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283463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既存結果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24612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b12_C.csv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2004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39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ITC'99 b12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32004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320040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3246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611880"/>
            <a:ext cx="25603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657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b14_C.csv〜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611880"/>
            <a:ext cx="2286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39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ITC'99 b14,15,20,21,22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611880"/>
            <a:ext cx="20116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611880"/>
            <a:ext cx="41148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3657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大規模回路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2336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0690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s5378_C.csv〜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402336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63239" y="4069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ISCAS s5378 ほか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40233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40680" y="4069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402336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4069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</a:rPr>
              <a:t>※ ファイル名は &lt;回路名&gt;.csv 形式。fdp 列の降順でソート済み。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CSV 列の説明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各 CSV は以下の 5 列で構成されます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1945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45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net_name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56231"/>
            <a:ext cx="2194560" cy="2560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85623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信号線名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12264"/>
            <a:ext cx="2194560" cy="1225295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148839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回路内の信号線（ネット）の識別子。
通常はゲート名や内部信号名（例: U591, COUNT_REG_0__SCAN_IN）。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508760"/>
            <a:ext cx="21945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45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f_type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1856231"/>
            <a:ext cx="2194560" cy="2560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85623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故障種別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112264"/>
            <a:ext cx="2194560" cy="1225295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48839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sa0（stuck-at-0）または sa1（stuck-at-1）。
同じ信号線でも sa0 と sa1 は別の故障として扱う。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02936" y="1508760"/>
            <a:ext cx="21945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1545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cube_cnt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2936" y="1856231"/>
            <a:ext cx="2194560" cy="2560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185623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テストキューブ数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02936" y="2112264"/>
            <a:ext cx="2194560" cy="1225295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88" y="2148839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この故障を検出するために列挙したキューブ（テストパターン）の本数。
空欄 = 等価故障・支配故障（後述）。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44383" y="1508760"/>
            <a:ext cx="2194560" cy="347472"/>
          </a:xfrm>
          <a:prstGeom prst="rect">
            <a:avLst/>
          </a:prstGeom>
          <a:solidFill>
            <a:srgbClr val="378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1545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44383" y="1856231"/>
            <a:ext cx="2194560" cy="2560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185623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列挙完了フラグ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44383" y="2112264"/>
            <a:ext cx="2194560" cy="1225295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2148839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1 = UNSAT まで完全列挙（厳密な FDP）。
0 = キューブ上限（limit=30）到達（近似値）。
空欄 = 等価故障・支配故障。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5832" y="1508760"/>
            <a:ext cx="219456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8984" y="1545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fdp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5832" y="1856231"/>
            <a:ext cx="2194560" cy="2560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8984" y="185623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故障検出確率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5832" y="2112264"/>
            <a:ext cx="2194560" cy="1225295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58984" y="2148839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ランダムな入力パターンで故障が検出される確率（0〜1）。
BDD を用いた厳密計算。0 = 冗長故障（検出不能）。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57600"/>
            <a:ext cx="11521440" cy="3657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サンプル行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14800"/>
            <a:ext cx="1371600" cy="338328"/>
          </a:xfrm>
          <a:prstGeom prst="rect">
            <a:avLst/>
          </a:prstGeom>
          <a:solidFill>
            <a:srgbClr val="2E74B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9" y="415137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net_name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4114800"/>
            <a:ext cx="1371600" cy="338328"/>
          </a:xfrm>
          <a:prstGeom prst="rect">
            <a:avLst/>
          </a:prstGeom>
          <a:solidFill>
            <a:srgbClr val="2E74B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415137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f_type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114800"/>
            <a:ext cx="1371600" cy="338328"/>
          </a:xfrm>
          <a:prstGeom prst="rect">
            <a:avLst/>
          </a:prstGeom>
          <a:solidFill>
            <a:srgbClr val="2E74B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415137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cube_cnt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114800"/>
            <a:ext cx="1371600" cy="338328"/>
          </a:xfrm>
          <a:prstGeom prst="rect">
            <a:avLst/>
          </a:prstGeom>
          <a:solidFill>
            <a:srgbClr val="2E74B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415137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4114800"/>
            <a:ext cx="2286000" cy="338328"/>
          </a:xfrm>
          <a:prstGeom prst="rect">
            <a:avLst/>
          </a:prstGeom>
          <a:solidFill>
            <a:srgbClr val="2E74B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151376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fdp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53128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59" y="4489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U591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4453128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3080" y="4489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sa1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4453128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0" y="4489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453128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7720" y="4489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4453128"/>
            <a:ext cx="22860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48970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9.2187500000e-01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791456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59" y="48280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U885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4791456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83080" y="48280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sa0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4791456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0" y="48280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4791456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7720" y="48280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5989320" y="4791456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0" y="482803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8.0664062500e-01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129783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59" y="516635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some_net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7360" y="5129783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83080" y="516635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sa0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54680" y="5129783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0" y="516635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0" y="5129783"/>
            <a:ext cx="1371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17720" y="5166359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5129783"/>
            <a:ext cx="22860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35040" y="5166359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1.2345678900e-02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4681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59" y="550468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redundant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37360" y="54681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83080" y="550468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sa1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54680" y="54681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0" y="550468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54681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17720" y="550468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89320" y="5468112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35040" y="5504688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0.0000000000e+00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42519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← 完全列挙 (FDP 厳密値)    ← 等価/支配故障（cube_cnt 空欄）    ← 上限到達 (FDP 近似値)    ← 冗長故障 (FDP=0)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等価故障・支配故障（cube_cnt が空欄の行）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cube_cnt と complete が空欄の行は、計算を省略した故障です。省略しても FDP は正確に求まります。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22860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</a:rPr>
              <a:t>等価故障（Equivalent Fault）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テスト集合がまったく同じ故障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例: 2入力 AND ゲートの出力 sa0 は、両入力の sa1 と等価になることがある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代表故障 1 つだけ計算し、残りはその FDP をコピー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cube_cnt = 空欄（独自に列挙していない）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577840" cy="2286000"/>
          </a:xfrm>
          <a:prstGeom prst="rect">
            <a:avLst/>
          </a:prstGeom>
          <a:solidFill>
            <a:srgbClr val="E2F0D9"/>
          </a:solidFill>
          <a:ln w="12700">
            <a:solidFill>
              <a:srgbClr val="378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64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54"/>
                </a:solidFill>
              </a:rPr>
              <a:t>支配故障（Dominated Fault）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故障 A のテスト集合 ⊆ 故障 B のテスト集合 → A は B に支配される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A のキューブを B の計算で再利用することで計算コストを削減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再利用分の cube_cnt は空欄（重複カウントしない）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FDP は正確に計算される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4B5"/>
                </a:solidFill>
              </a:rPr>
              <a:t>FDP の解釈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27432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fdp = 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9834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理論上すべての入力で検出可能（実際にはまれ）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526280"/>
            <a:ext cx="274320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fdp = 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937760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49834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冗長故障（いかなる入力でも検出不能）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526280"/>
            <a:ext cx="2743200" cy="411480"/>
          </a:xfrm>
          <a:prstGeom prst="rect">
            <a:avLst/>
          </a:prstGeom>
          <a:solidFill>
            <a:srgbClr val="378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 &lt; fdp &lt;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937760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192" y="49834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多くの故障はこの範囲。値が高いほど検出されやすい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4526280"/>
            <a:ext cx="2743200" cy="411480"/>
          </a:xfrm>
          <a:prstGeom prst="rect">
            <a:avLst/>
          </a:prstGeom>
          <a:solidFill>
            <a:srgbClr val="8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complete=0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4937760"/>
            <a:ext cx="2743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49834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キューブ上限（30本）到達 → FDP は下限値（近似）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complete フラグと FDP の精度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complete 列は、その故障の FDP が「厳密値」か「下限近似値」かを示します。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200400"/>
          </a:xfrm>
          <a:prstGeom prst="rect">
            <a:avLst/>
          </a:prstGeom>
          <a:solidFill>
            <a:srgbClr val="E2F0D9"/>
          </a:solidFill>
          <a:ln w="12700">
            <a:solidFill>
              <a:srgbClr val="378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94960" cy="457200"/>
          </a:xfrm>
          <a:prstGeom prst="rect">
            <a:avLst/>
          </a:prstGeom>
          <a:solidFill>
            <a:srgbClr val="378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complete = 1（厳密値）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SAT ソルバが UNSAT を返した = これ以上テストキューブは存在しない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キューブの和集合 = 故障の検出集合（完全）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BDD で算出した FDP は厳密な確率値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cube_cnt が少なくても精度は保証される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（例）cube_cnt=9 で complete=1 → 9本のキューブで完全網羅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394960" cy="3200400"/>
          </a:xfrm>
          <a:prstGeom prst="rect">
            <a:avLst/>
          </a:prstGeom>
          <a:solidFill>
            <a:srgbClr val="FDF0E5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394960" cy="4572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complete = 0（上限到達・近似値）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キューブ上限（-limit 30）に達した = 探索を打ち切り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まだ検出できるパターンが存在する可能性がある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出力 FDP は下限値（実際の FDP ≥ 出力値）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大規模回路・複雑な故障で発生しやすい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より正確な値を得るには -limit 値を増やすか完全列挙が必要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4B5"/>
                </a:solidFill>
              </a:rPr>
              <a:t>ソート順について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492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各 CSV は fdp 列の降順でソート済み → 先頭が最も検出されやすい故障、末尾が冗長故障（fdp=0）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・ complete=0 の故障は FDP が過小評価されている可能性があるため、上位行との比較には注意が必要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まとめ・データの利用方法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0352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列クイックリファレンス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net_name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4904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信号線名（回路内の識別子）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56232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f_type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9293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sa0 / sa1 の別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95144"/>
            <a:ext cx="530352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682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cube_cnt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368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使用キューブ数（空欄=等価/支配）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34056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07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807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1=厳密値 / 0=下限近似 / 空欄=等価/支配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72968"/>
            <a:ext cx="530352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fdp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246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故障検出確率（0〜1、降順ソート済み）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051560"/>
            <a:ext cx="566928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典型的な利用方法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50876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テスト容易性の評価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　－ FDP が低い故障 → テスト生成が難しい / 回路構造上検出しにくい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　－ FDP が高い故障 → ランダムテストでも検出可能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冗長故障の特定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　－ fdp=0 かつ complete=1 の行 → 設計上不要なロジックの可能性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complete=0 の故障をフォローアップ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　－ より多くのキューブ（limit を増やす）で精度向上が見込める故障を特定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・ 回路間の比較</a:t>
            </a:r>
          </a:p>
          <a:p>
            <a:pPr lvl="1"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　－ FDP の分布（平均・中央値・最小値）を回路ごとに比較し、テスト難易度を評価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注意事項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FDP は -limit 30 での計算結果です。complete=0 の行は下限値であり、実際の FDP はそれ以上の可能性があります。また、ドントケアビット最大化（XID）を適用しているため、通常のランダムテスト確率より高い値になります。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